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5143500" cx="9144000"/>
  <p:notesSz cx="6858000" cy="9144000"/>
  <p:embeddedFontLst>
    <p:embeddedFont>
      <p:font typeface="Raleway"/>
      <p:regular r:id="rId23"/>
      <p:bold r:id="rId24"/>
      <p:italic r:id="rId25"/>
      <p:boldItalic r:id="rId26"/>
    </p:embeddedFont>
    <p:embeddedFont>
      <p:font typeface="Lat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31" roundtripDataSignature="AMtx7mj20WArZqH+d4AhbMBq7ljtmAez6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Raleway-bold.fntdata"/><Relationship Id="rId23" Type="http://schemas.openxmlformats.org/officeDocument/2006/relationships/font" Target="fonts/Raleway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Raleway-boldItalic.fntdata"/><Relationship Id="rId25" Type="http://schemas.openxmlformats.org/officeDocument/2006/relationships/font" Target="fonts/Raleway-italic.fntdata"/><Relationship Id="rId28" Type="http://schemas.openxmlformats.org/officeDocument/2006/relationships/font" Target="fonts/Lato-bold.fntdata"/><Relationship Id="rId27" Type="http://schemas.openxmlformats.org/officeDocument/2006/relationships/font" Target="fonts/Lato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Lato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customschemas.google.com/relationships/presentationmetadata" Target="metadata"/><Relationship Id="rId30" Type="http://schemas.openxmlformats.org/officeDocument/2006/relationships/font" Target="fonts/Lato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15f9e90a8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g115f9e90a8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15f9e90a8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g115f9e90a8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15f9e90a8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g115f9e90a8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115f9e90a8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g115f9e90a8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15f9e90a84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g115f9e90a84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15f9e90a84_0_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g115f9e90a84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15f9e90a84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g115f9e90a84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10f7a584d3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g110f7a584d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115f9e90a84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g115f9e90a84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110f7a584d3_0_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g110f7a584d3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115f9e90a84_0_6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g115f9e90a84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15f9e90a84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g115f9e90a84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10f7a584d3_0_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g110f7a584d3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115f9e90a84_0_7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g115f9e90a84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115f9e90a84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g115f9e90a84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115f9e90a84_0_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g115f9e90a84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39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39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39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39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39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3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0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" name="Google Shape;18;p4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Google Shape;20;g110f7a584d3_0_6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" name="Google Shape;21;g110f7a584d3_0_6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g110f7a584d3_0_6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" name="Google Shape;23;g110f7a584d3_0_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Google Shape;25;p4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" name="Google Shape;26;p4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" name="Google Shape;27;p4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" name="Google Shape;28;p4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" name="Google Shape;29;p45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" name="Google Shape;30;p4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Google Shape;32;p46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" name="Google Shape;33;p46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" name="Google Shape;34;p46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" name="Google Shape;35;p46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6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" name="Google Shape;37;p46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4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4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4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4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4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353535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4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4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4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" name="Google Shape;50;p4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4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4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4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4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5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5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5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5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5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5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5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5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5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8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38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b="0" i="0" sz="18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3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"/>
          <p:cNvSpPr txBox="1"/>
          <p:nvPr>
            <p:ph type="ctrTitle"/>
          </p:nvPr>
        </p:nvSpPr>
        <p:spPr>
          <a:xfrm>
            <a:off x="2333350" y="392250"/>
            <a:ext cx="6331500" cy="30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nota•bene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4500"/>
              <a:t>Final Demo</a:t>
            </a:r>
            <a:endParaRPr sz="4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t/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t/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b="0" lang="en" sz="1800">
                <a:latin typeface="Lato"/>
                <a:ea typeface="Lato"/>
                <a:cs typeface="Lato"/>
                <a:sym typeface="Lato"/>
              </a:rPr>
              <a:t>Group 1 (A2)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t/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t/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t/>
            </a:r>
            <a:endParaRPr/>
          </a:p>
        </p:txBody>
      </p:sp>
      <p:sp>
        <p:nvSpPr>
          <p:cNvPr id="73" name="Google Shape;73;p1"/>
          <p:cNvSpPr txBox="1"/>
          <p:nvPr>
            <p:ph idx="1" type="subTitle"/>
          </p:nvPr>
        </p:nvSpPr>
        <p:spPr>
          <a:xfrm>
            <a:off x="2390275" y="3800050"/>
            <a:ext cx="6331500" cy="68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400"/>
              <a:t>CSE 326 - Information System Design</a:t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15f9e90a84_0_0"/>
          <p:cNvSpPr txBox="1"/>
          <p:nvPr>
            <p:ph type="ctrTitle"/>
          </p:nvPr>
        </p:nvSpPr>
        <p:spPr>
          <a:xfrm>
            <a:off x="1611725" y="1443975"/>
            <a:ext cx="6331500" cy="15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BPMN Diagram</a:t>
            </a:r>
            <a:endParaRPr/>
          </a:p>
        </p:txBody>
      </p:sp>
      <p:sp>
        <p:nvSpPr>
          <p:cNvPr id="79" name="Google Shape;79;g115f9e90a84_0_0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115f9e90a84_0_5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Relevant BPMN Diagrams</a:t>
            </a:r>
            <a:endParaRPr/>
          </a:p>
        </p:txBody>
      </p:sp>
      <p:pic>
        <p:nvPicPr>
          <p:cNvPr id="85" name="Google Shape;85;g115f9e90a84_0_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5725" y="1096100"/>
            <a:ext cx="6932559" cy="378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115f9e90a84_0_10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Relevant BPMN Diagrams</a:t>
            </a:r>
            <a:endParaRPr/>
          </a:p>
        </p:txBody>
      </p:sp>
      <p:pic>
        <p:nvPicPr>
          <p:cNvPr id="91" name="Google Shape;91;g115f9e90a84_0_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000" y="1180550"/>
            <a:ext cx="8839199" cy="36377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15f9e90a84_0_15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Relevant BPMN Diagrams</a:t>
            </a:r>
            <a:endParaRPr/>
          </a:p>
        </p:txBody>
      </p:sp>
      <p:pic>
        <p:nvPicPr>
          <p:cNvPr id="97" name="Google Shape;97;g115f9e90a84_0_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10875" y="1768525"/>
            <a:ext cx="5305425" cy="281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15f9e90a84_0_23"/>
          <p:cNvSpPr txBox="1"/>
          <p:nvPr>
            <p:ph type="ctrTitle"/>
          </p:nvPr>
        </p:nvSpPr>
        <p:spPr>
          <a:xfrm>
            <a:off x="1406250" y="1405600"/>
            <a:ext cx="6331500" cy="15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Mock UI</a:t>
            </a:r>
            <a:endParaRPr/>
          </a:p>
        </p:txBody>
      </p:sp>
      <p:sp>
        <p:nvSpPr>
          <p:cNvPr id="103" name="Google Shape;103;g115f9e90a84_0_23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15f9e90a84_0_35"/>
          <p:cNvSpPr txBox="1"/>
          <p:nvPr>
            <p:ph type="title"/>
          </p:nvPr>
        </p:nvSpPr>
        <p:spPr>
          <a:xfrm>
            <a:off x="311700" y="32150"/>
            <a:ext cx="8520600" cy="6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Mock UI</a:t>
            </a:r>
            <a:endParaRPr/>
          </a:p>
        </p:txBody>
      </p:sp>
      <p:pic>
        <p:nvPicPr>
          <p:cNvPr id="109" name="Google Shape;109;g115f9e90a84_0_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3575" y="671750"/>
            <a:ext cx="7516851" cy="416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 txBox="1"/>
          <p:nvPr>
            <p:ph type="title"/>
          </p:nvPr>
        </p:nvSpPr>
        <p:spPr>
          <a:xfrm>
            <a:off x="311700" y="32150"/>
            <a:ext cx="8520600" cy="6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Mock UI</a:t>
            </a:r>
            <a:endParaRPr/>
          </a:p>
        </p:txBody>
      </p:sp>
      <p:pic>
        <p:nvPicPr>
          <p:cNvPr id="115" name="Google Shape;11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950" y="671750"/>
            <a:ext cx="7516851" cy="416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15f9e90a84_0_48"/>
          <p:cNvSpPr txBox="1"/>
          <p:nvPr>
            <p:ph type="ctrTitle"/>
          </p:nvPr>
        </p:nvSpPr>
        <p:spPr>
          <a:xfrm>
            <a:off x="1406250" y="1405600"/>
            <a:ext cx="6331500" cy="15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ERD</a:t>
            </a:r>
            <a:endParaRPr/>
          </a:p>
        </p:txBody>
      </p:sp>
      <p:sp>
        <p:nvSpPr>
          <p:cNvPr id="121" name="Google Shape;121;g115f9e90a84_0_48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10f7a584d3_0_1"/>
          <p:cNvSpPr txBox="1"/>
          <p:nvPr>
            <p:ph type="title"/>
          </p:nvPr>
        </p:nvSpPr>
        <p:spPr>
          <a:xfrm>
            <a:off x="311700" y="32150"/>
            <a:ext cx="8520600" cy="6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Relevant ERD</a:t>
            </a:r>
            <a:endParaRPr/>
          </a:p>
        </p:txBody>
      </p:sp>
      <p:pic>
        <p:nvPicPr>
          <p:cNvPr id="127" name="Google Shape;127;g110f7a584d3_0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3538" y="671750"/>
            <a:ext cx="5836928" cy="44717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15f9e90a84_0_54"/>
          <p:cNvSpPr txBox="1"/>
          <p:nvPr>
            <p:ph type="ctrTitle"/>
          </p:nvPr>
        </p:nvSpPr>
        <p:spPr>
          <a:xfrm>
            <a:off x="1406250" y="1405600"/>
            <a:ext cx="6331500" cy="15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Sequence Diagram</a:t>
            </a:r>
            <a:endParaRPr/>
          </a:p>
        </p:txBody>
      </p:sp>
      <p:sp>
        <p:nvSpPr>
          <p:cNvPr id="133" name="Google Shape;133;g115f9e90a84_0_54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110f7a584d3_0_11"/>
          <p:cNvSpPr txBox="1"/>
          <p:nvPr>
            <p:ph type="title"/>
          </p:nvPr>
        </p:nvSpPr>
        <p:spPr>
          <a:xfrm>
            <a:off x="311700" y="32150"/>
            <a:ext cx="8520600" cy="6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Relevant Portion in Sequence Diagram</a:t>
            </a:r>
            <a:endParaRPr/>
          </a:p>
        </p:txBody>
      </p:sp>
      <p:pic>
        <p:nvPicPr>
          <p:cNvPr id="139" name="Google Shape;139;g110f7a584d3_0_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413" y="808800"/>
            <a:ext cx="7645187" cy="4166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115f9e90a84_0_60"/>
          <p:cNvSpPr txBox="1"/>
          <p:nvPr>
            <p:ph type="title"/>
          </p:nvPr>
        </p:nvSpPr>
        <p:spPr>
          <a:xfrm>
            <a:off x="311700" y="32150"/>
            <a:ext cx="8520600" cy="6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Relevant Portion in Sequence Diagram</a:t>
            </a:r>
            <a:endParaRPr/>
          </a:p>
        </p:txBody>
      </p:sp>
      <p:pic>
        <p:nvPicPr>
          <p:cNvPr id="145" name="Google Shape;145;g115f9e90a84_0_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921725"/>
            <a:ext cx="8839203" cy="33000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115f9e90a84_0_66"/>
          <p:cNvSpPr txBox="1"/>
          <p:nvPr>
            <p:ph type="ctrTitle"/>
          </p:nvPr>
        </p:nvSpPr>
        <p:spPr>
          <a:xfrm>
            <a:off x="744650" y="1405600"/>
            <a:ext cx="7400400" cy="15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Collaboration Diagram</a:t>
            </a:r>
            <a:endParaRPr/>
          </a:p>
        </p:txBody>
      </p:sp>
      <p:sp>
        <p:nvSpPr>
          <p:cNvPr id="151" name="Google Shape;151;g115f9e90a84_0_66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110f7a584d3_0_16"/>
          <p:cNvSpPr txBox="1"/>
          <p:nvPr>
            <p:ph type="title"/>
          </p:nvPr>
        </p:nvSpPr>
        <p:spPr>
          <a:xfrm>
            <a:off x="311700" y="32150"/>
            <a:ext cx="8520600" cy="6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Relevant Collaboration Diagram</a:t>
            </a:r>
            <a:endParaRPr/>
          </a:p>
        </p:txBody>
      </p:sp>
      <p:pic>
        <p:nvPicPr>
          <p:cNvPr id="157" name="Google Shape;157;g110f7a584d3_0_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2875" y="801100"/>
            <a:ext cx="6818249" cy="416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15f9e90a84_0_72"/>
          <p:cNvSpPr txBox="1"/>
          <p:nvPr>
            <p:ph type="title"/>
          </p:nvPr>
        </p:nvSpPr>
        <p:spPr>
          <a:xfrm>
            <a:off x="311700" y="32150"/>
            <a:ext cx="8520600" cy="6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Relevant Collaboration Diagram</a:t>
            </a:r>
            <a:endParaRPr/>
          </a:p>
        </p:txBody>
      </p:sp>
      <p:pic>
        <p:nvPicPr>
          <p:cNvPr id="163" name="Google Shape;163;g115f9e90a84_0_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94288" y="762725"/>
            <a:ext cx="4155418" cy="416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115f9e90a84_0_41"/>
          <p:cNvSpPr txBox="1"/>
          <p:nvPr>
            <p:ph type="ctrTitle"/>
          </p:nvPr>
        </p:nvSpPr>
        <p:spPr>
          <a:xfrm>
            <a:off x="1406250" y="1405600"/>
            <a:ext cx="6331500" cy="15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Class Diagram</a:t>
            </a:r>
            <a:endParaRPr/>
          </a:p>
        </p:txBody>
      </p:sp>
      <p:sp>
        <p:nvSpPr>
          <p:cNvPr id="169" name="Google Shape;169;g115f9e90a84_0_41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115f9e90a84_0_28"/>
          <p:cNvSpPr txBox="1"/>
          <p:nvPr>
            <p:ph type="title"/>
          </p:nvPr>
        </p:nvSpPr>
        <p:spPr>
          <a:xfrm>
            <a:off x="311700" y="32150"/>
            <a:ext cx="8520600" cy="6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Relevant Class Diagram</a:t>
            </a:r>
            <a:endParaRPr/>
          </a:p>
        </p:txBody>
      </p:sp>
      <p:pic>
        <p:nvPicPr>
          <p:cNvPr id="175" name="Google Shape;175;g115f9e90a84_0_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875" y="671750"/>
            <a:ext cx="7488261" cy="447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wiss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2022-01-29T15:26:41Z</dcterms:created>
</cp:coreProperties>
</file>